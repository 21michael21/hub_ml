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8801100" cy="10553700"/>
  <p:notesSz cx="10553700" cy="88011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801100" cy="419100"/>
          </a:xfrm>
          <a:prstGeom prst="rect">
            <a:avLst/>
          </a:prstGeom>
          <a:solidFill>
            <a:srgbClr val="0A0C11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9575"/>
            <a:ext cx="8801100" cy="9525"/>
          </a:xfrm>
          <a:prstGeom prst="rect">
            <a:avLst/>
          </a:prstGeom>
          <a:solidFill>
            <a:srgbClr val="313A48"/>
          </a:solidFill>
          <a:ln/>
        </p:spPr>
      </p:sp>
      <p:sp>
        <p:nvSpPr>
          <p:cNvPr id="4" name="Shape 2"/>
          <p:cNvSpPr/>
          <p:nvPr/>
        </p:nvSpPr>
        <p:spPr>
          <a:xfrm>
            <a:off x="209550" y="166688"/>
            <a:ext cx="76200" cy="76200"/>
          </a:xfrm>
          <a:prstGeom prst="roundRect">
            <a:avLst>
              <a:gd name="adj" fmla="val 25000"/>
            </a:avLst>
          </a:prstGeom>
          <a:solidFill>
            <a:srgbClr val="8B9BFF"/>
          </a:solidFill>
          <a:ln/>
          <a:effectLst>
            <a:outerShdw sx="100000" sy="100000" kx="0" ky="0" algn="bl" rotWithShape="0" blurRad="76200" dist="50800" dir="16200000">
              <a:srgbClr val="8B9BFF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1000" y="115491"/>
            <a:ext cx="50482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AA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Hub_ML</a:t>
            </a:r>
            <a:endParaRPr lang="en-US" sz="938" dirty="0"/>
          </a:p>
        </p:txBody>
      </p:sp>
      <p:sp>
        <p:nvSpPr>
          <p:cNvPr id="6" name="Text 4"/>
          <p:cNvSpPr/>
          <p:nvPr/>
        </p:nvSpPr>
        <p:spPr>
          <a:xfrm>
            <a:off x="904875" y="115491"/>
            <a:ext cx="14763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3D4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38" dirty="0"/>
          </a:p>
        </p:txBody>
      </p:sp>
      <p:sp>
        <p:nvSpPr>
          <p:cNvPr id="7" name="Text 5"/>
          <p:cNvSpPr/>
          <p:nvPr/>
        </p:nvSpPr>
        <p:spPr>
          <a:xfrm>
            <a:off x="1071563" y="115491"/>
            <a:ext cx="3619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F1F3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938" dirty="0"/>
          </a:p>
        </p:txBody>
      </p:sp>
      <p:sp>
        <p:nvSpPr>
          <p:cNvPr id="8" name="Shape 6"/>
          <p:cNvSpPr/>
          <p:nvPr/>
        </p:nvSpPr>
        <p:spPr>
          <a:xfrm>
            <a:off x="6404000" y="75009"/>
            <a:ext cx="708050" cy="259556"/>
          </a:xfrm>
          <a:prstGeom prst="roundRect">
            <a:avLst>
              <a:gd name="adj" fmla="val 29358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9250" y="122634"/>
            <a:ext cx="14220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</a:t>
            </a:r>
            <a:endParaRPr lang="en-US" sz="863" dirty="0"/>
          </a:p>
        </p:txBody>
      </p:sp>
      <p:sp>
        <p:nvSpPr>
          <p:cNvPr id="10" name="Text 8"/>
          <p:cNvSpPr/>
          <p:nvPr/>
        </p:nvSpPr>
        <p:spPr>
          <a:xfrm>
            <a:off x="6622405" y="122634"/>
            <a:ext cx="47059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reload</a:t>
            </a:r>
            <a:endParaRPr lang="en-US" sz="863" dirty="0"/>
          </a:p>
        </p:txBody>
      </p:sp>
      <p:sp>
        <p:nvSpPr>
          <p:cNvPr id="11" name="Shape 9"/>
          <p:cNvSpPr/>
          <p:nvPr/>
        </p:nvSpPr>
        <p:spPr>
          <a:xfrm>
            <a:off x="7226350" y="75009"/>
            <a:ext cx="1365200" cy="259556"/>
          </a:xfrm>
          <a:prstGeom prst="roundRect">
            <a:avLst>
              <a:gd name="adj" fmla="val 29358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1600" y="122634"/>
            <a:ext cx="20791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A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⌘K</a:t>
            </a:r>
            <a:endParaRPr lang="en-US" sz="863" dirty="0"/>
          </a:p>
        </p:txBody>
      </p:sp>
      <p:sp>
        <p:nvSpPr>
          <p:cNvPr id="13" name="Text 11"/>
          <p:cNvSpPr/>
          <p:nvPr/>
        </p:nvSpPr>
        <p:spPr>
          <a:xfrm>
            <a:off x="7510462" y="122634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palette</a:t>
            </a:r>
            <a:endParaRPr lang="en-US" sz="863" dirty="0"/>
          </a:p>
        </p:txBody>
      </p:sp>
      <p:sp>
        <p:nvSpPr>
          <p:cNvPr id="14" name="Text 12"/>
          <p:cNvSpPr/>
          <p:nvPr/>
        </p:nvSpPr>
        <p:spPr>
          <a:xfrm>
            <a:off x="1047750" y="800100"/>
            <a:ext cx="98256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spc="-39" kern="0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Hub_ML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049363" y="900113"/>
            <a:ext cx="14333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local workstation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7750" y="1266825"/>
            <a:ext cx="737616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AA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Инженерная консоль для локальной ML-практики.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47750" y="1785938"/>
            <a:ext cx="6705600" cy="1719263"/>
          </a:xfrm>
          <a:prstGeom prst="roundRect">
            <a:avLst>
              <a:gd name="adj" fmla="val 6648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323975" y="2188369"/>
            <a:ext cx="914400" cy="914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5875" y="2188369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4FD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486025" y="2081212"/>
            <a:ext cx="103175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QUALITY GATE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3555876" y="2043113"/>
            <a:ext cx="584895" cy="233362"/>
          </a:xfrm>
          <a:prstGeom prst="roundRect">
            <a:avLst>
              <a:gd name="adj" fmla="val 50000"/>
            </a:avLst>
          </a:prstGeom>
          <a:solidFill>
            <a:srgbClr val="1A1F29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660651" y="2131219"/>
            <a:ext cx="57150" cy="57150"/>
          </a:xfrm>
          <a:prstGeom prst="ellipse">
            <a:avLst/>
          </a:prstGeom>
          <a:solidFill>
            <a:srgbClr val="4FD06A"/>
          </a:solidFill>
          <a:ln/>
        </p:spPr>
      </p:sp>
      <p:sp>
        <p:nvSpPr>
          <p:cNvPr id="23" name="Text 20"/>
          <p:cNvSpPr/>
          <p:nvPr/>
        </p:nvSpPr>
        <p:spPr>
          <a:xfrm>
            <a:off x="3784476" y="2090738"/>
            <a:ext cx="32772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4FD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2486025" y="2352675"/>
            <a:ext cx="54902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spc="-63" kern="0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spc="-63" kern="0" dirty="0">
                <a:solidFill>
                  <a:srgbClr val="6A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/36</a:t>
            </a:r>
            <a:endParaRPr lang="en-US" sz="3150" dirty="0"/>
          </a:p>
        </p:txBody>
      </p:sp>
      <p:sp>
        <p:nvSpPr>
          <p:cNvPr id="25" name="Text 22"/>
          <p:cNvSpPr/>
          <p:nvPr/>
        </p:nvSpPr>
        <p:spPr>
          <a:xfrm>
            <a:off x="2486025" y="2847975"/>
            <a:ext cx="41205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AB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36 тем прошли контроль качества контента — честный прогресс, без накрутки.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47750" y="3810000"/>
            <a:ext cx="737616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1047750" y="4043363"/>
            <a:ext cx="73761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spc="-15" kern="0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Продолжить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47750" y="4481513"/>
            <a:ext cx="6705600" cy="828675"/>
          </a:xfrm>
          <a:prstGeom prst="roundRect">
            <a:avLst>
              <a:gd name="adj" fmla="val 13793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47775" y="4662488"/>
            <a:ext cx="143926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Python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660972" y="4663678"/>
            <a:ext cx="974452" cy="226219"/>
          </a:xfrm>
          <a:prstGeom prst="roundRect">
            <a:avLst>
              <a:gd name="adj" fmla="val 50000"/>
            </a:avLst>
          </a:prstGeom>
          <a:solidFill>
            <a:srgbClr val="1A1F29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756222" y="4748213"/>
            <a:ext cx="57150" cy="57150"/>
          </a:xfrm>
          <a:prstGeom prst="ellipse">
            <a:avLst/>
          </a:prstGeom>
          <a:solidFill>
            <a:srgbClr val="E5B23A"/>
          </a:solidFill>
          <a:ln/>
        </p:spPr>
      </p:sp>
      <p:sp>
        <p:nvSpPr>
          <p:cNvPr id="32" name="Text 29"/>
          <p:cNvSpPr/>
          <p:nvPr/>
        </p:nvSpPr>
        <p:spPr>
          <a:xfrm>
            <a:off x="2880047" y="4706541"/>
            <a:ext cx="736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5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1247775" y="4957763"/>
            <a:ext cx="26264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задача · confidence high · 0/51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884343" y="4802981"/>
            <a:ext cx="745182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Открыть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1047750" y="5424488"/>
            <a:ext cx="6705600" cy="828675"/>
          </a:xfrm>
          <a:prstGeom prst="roundRect">
            <a:avLst>
              <a:gd name="adj" fmla="val 13793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47775" y="5605463"/>
            <a:ext cx="24861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Градиентный спуск — конспект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3612654" y="5606653"/>
            <a:ext cx="614363" cy="226219"/>
          </a:xfrm>
          <a:prstGeom prst="roundRect">
            <a:avLst>
              <a:gd name="adj" fmla="val 50000"/>
            </a:avLst>
          </a:prstGeom>
          <a:solidFill>
            <a:srgbClr val="1A1F29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707904" y="5691188"/>
            <a:ext cx="57150" cy="57150"/>
          </a:xfrm>
          <a:prstGeom prst="ellipse">
            <a:avLst/>
          </a:prstGeom>
          <a:solidFill>
            <a:srgbClr val="5FAEFF"/>
          </a:solidFill>
          <a:ln/>
        </p:spPr>
      </p:sp>
      <p:sp>
        <p:nvSpPr>
          <p:cNvPr id="39" name="Text 36"/>
          <p:cNvSpPr/>
          <p:nvPr/>
        </p:nvSpPr>
        <p:spPr>
          <a:xfrm>
            <a:off x="3831729" y="5649516"/>
            <a:ext cx="376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en-US" sz="788" dirty="0"/>
          </a:p>
        </p:txBody>
      </p:sp>
      <p:sp>
        <p:nvSpPr>
          <p:cNvPr id="40" name="Text 37"/>
          <p:cNvSpPr/>
          <p:nvPr/>
        </p:nvSpPr>
        <p:spPr>
          <a:xfrm>
            <a:off x="1247775" y="5900738"/>
            <a:ext cx="32771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конспект · module 04 · прочитано ½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884343" y="5745956"/>
            <a:ext cx="745182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Открыть</a:t>
            </a:r>
            <a:endParaRPr lang="en-US" sz="975" dirty="0"/>
          </a:p>
        </p:txBody>
      </p:sp>
      <p:sp>
        <p:nvSpPr>
          <p:cNvPr id="42" name="Shape 39"/>
          <p:cNvSpPr/>
          <p:nvPr/>
        </p:nvSpPr>
        <p:spPr>
          <a:xfrm>
            <a:off x="1047750" y="6367463"/>
            <a:ext cx="6705600" cy="828675"/>
          </a:xfrm>
          <a:prstGeom prst="roundRect">
            <a:avLst>
              <a:gd name="adj" fmla="val 13793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247775" y="6548438"/>
            <a:ext cx="19824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 классификатор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3154784" y="6549628"/>
            <a:ext cx="974452" cy="226219"/>
          </a:xfrm>
          <a:prstGeom prst="roundRect">
            <a:avLst>
              <a:gd name="adj" fmla="val 50000"/>
            </a:avLst>
          </a:prstGeom>
          <a:solidFill>
            <a:srgbClr val="1A1F29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250034" y="6634163"/>
            <a:ext cx="57150" cy="57150"/>
          </a:xfrm>
          <a:prstGeom prst="ellipse">
            <a:avLst/>
          </a:prstGeom>
          <a:solidFill>
            <a:srgbClr val="E5B23A"/>
          </a:solidFill>
          <a:ln/>
        </p:spPr>
      </p:sp>
      <p:sp>
        <p:nvSpPr>
          <p:cNvPr id="46" name="Text 43"/>
          <p:cNvSpPr/>
          <p:nvPr/>
        </p:nvSpPr>
        <p:spPr>
          <a:xfrm>
            <a:off x="3373859" y="6592491"/>
            <a:ext cx="736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5B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PROGRESS</a:t>
            </a:r>
            <a:endParaRPr lang="en-US" sz="788" dirty="0"/>
          </a:p>
        </p:txBody>
      </p:sp>
      <p:sp>
        <p:nvSpPr>
          <p:cNvPr id="47" name="Text 44"/>
          <p:cNvSpPr/>
          <p:nvPr/>
        </p:nvSpPr>
        <p:spPr>
          <a:xfrm>
            <a:off x="1247775" y="6843713"/>
            <a:ext cx="31696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проект · epoch 7/12 · loss 0.043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884343" y="6688931"/>
            <a:ext cx="745182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Открыть</a:t>
            </a:r>
            <a:endParaRPr lang="en-US" sz="975" dirty="0"/>
          </a:p>
        </p:txBody>
      </p:sp>
      <p:sp>
        <p:nvSpPr>
          <p:cNvPr id="49" name="Text 46"/>
          <p:cNvSpPr/>
          <p:nvPr/>
        </p:nvSpPr>
        <p:spPr>
          <a:xfrm>
            <a:off x="1047750" y="7500938"/>
            <a:ext cx="737616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32" kern="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1047750" y="7734300"/>
            <a:ext cx="73761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spc="-15" kern="0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на сегодня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1047750" y="8172450"/>
            <a:ext cx="6705600" cy="778669"/>
          </a:xfrm>
          <a:prstGeom prst="roundRect">
            <a:avLst>
              <a:gd name="adj" fmla="val 14679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247775" y="8340328"/>
            <a:ext cx="285274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конспект · Регуляризация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3945954" y="8334375"/>
            <a:ext cx="614363" cy="226219"/>
          </a:xfrm>
          <a:prstGeom prst="roundRect">
            <a:avLst>
              <a:gd name="adj" fmla="val 50000"/>
            </a:avLst>
          </a:prstGeom>
          <a:solidFill>
            <a:srgbClr val="1A1F29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041204" y="8418909"/>
            <a:ext cx="57150" cy="57150"/>
          </a:xfrm>
          <a:prstGeom prst="ellipse">
            <a:avLst/>
          </a:prstGeom>
          <a:solidFill>
            <a:srgbClr val="5FAEFF"/>
          </a:solidFill>
          <a:ln/>
        </p:spPr>
      </p:sp>
      <p:sp>
        <p:nvSpPr>
          <p:cNvPr id="55" name="Text 52"/>
          <p:cNvSpPr/>
          <p:nvPr/>
        </p:nvSpPr>
        <p:spPr>
          <a:xfrm>
            <a:off x="4165029" y="8377238"/>
            <a:ext cx="376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en-US" sz="788" dirty="0"/>
          </a:p>
        </p:txBody>
      </p:sp>
      <p:sp>
        <p:nvSpPr>
          <p:cNvPr id="56" name="Text 53"/>
          <p:cNvSpPr/>
          <p:nvPr/>
        </p:nvSpPr>
        <p:spPr>
          <a:xfrm>
            <a:off x="1247775" y="8617744"/>
            <a:ext cx="364379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конспект · ≈ 8 мин чтения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884343" y="8468916"/>
            <a:ext cx="745182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Открыть</a:t>
            </a:r>
            <a:endParaRPr lang="en-US" sz="975" dirty="0"/>
          </a:p>
        </p:txBody>
      </p:sp>
      <p:sp>
        <p:nvSpPr>
          <p:cNvPr id="58" name="Shape 55"/>
          <p:cNvSpPr/>
          <p:nvPr/>
        </p:nvSpPr>
        <p:spPr>
          <a:xfrm>
            <a:off x="1047750" y="9065419"/>
            <a:ext cx="6705600" cy="778669"/>
          </a:xfrm>
          <a:prstGeom prst="roundRect">
            <a:avLst>
              <a:gd name="adj" fmla="val 14679"/>
            </a:avLst>
          </a:prstGeom>
          <a:solidFill>
            <a:srgbClr val="12151D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247775" y="9233297"/>
            <a:ext cx="2255691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1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· 10 задач по NumPy</a:t>
            </a:r>
            <a:endParaRPr lang="en-US" sz="1125" dirty="0"/>
          </a:p>
        </p:txBody>
      </p:sp>
      <p:sp>
        <p:nvSpPr>
          <p:cNvPr id="60" name="Shape 57"/>
          <p:cNvSpPr/>
          <p:nvPr/>
        </p:nvSpPr>
        <p:spPr>
          <a:xfrm>
            <a:off x="3403178" y="9227344"/>
            <a:ext cx="614363" cy="226219"/>
          </a:xfrm>
          <a:prstGeom prst="roundRect">
            <a:avLst>
              <a:gd name="adj" fmla="val 50000"/>
            </a:avLst>
          </a:prstGeom>
          <a:solidFill>
            <a:srgbClr val="1A1F29"/>
          </a:solidFill>
          <a:ln w="9525">
            <a:solidFill>
              <a:srgbClr val="313A4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498428" y="9311878"/>
            <a:ext cx="57150" cy="57150"/>
          </a:xfrm>
          <a:prstGeom prst="ellipse">
            <a:avLst/>
          </a:prstGeom>
          <a:solidFill>
            <a:srgbClr val="5FAEFF"/>
          </a:solidFill>
          <a:ln/>
        </p:spPr>
      </p:sp>
      <p:sp>
        <p:nvSpPr>
          <p:cNvPr id="62" name="Text 59"/>
          <p:cNvSpPr/>
          <p:nvPr/>
        </p:nvSpPr>
        <p:spPr>
          <a:xfrm>
            <a:off x="3622253" y="9270206"/>
            <a:ext cx="3762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FA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</a:t>
            </a:r>
            <a:endParaRPr lang="en-US" sz="788" dirty="0"/>
          </a:p>
        </p:txBody>
      </p:sp>
      <p:sp>
        <p:nvSpPr>
          <p:cNvPr id="63" name="Text 60"/>
          <p:cNvSpPr/>
          <p:nvPr/>
        </p:nvSpPr>
        <p:spPr>
          <a:xfrm>
            <a:off x="1247775" y="9510713"/>
            <a:ext cx="304674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практика · 0/10 · ~25 мин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884343" y="9361884"/>
            <a:ext cx="745182" cy="2238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Открыть</a:t>
            </a:r>
            <a:endParaRPr lang="en-US" sz="975" dirty="0"/>
          </a:p>
        </p:txBody>
      </p:sp>
      <p:sp>
        <p:nvSpPr>
          <p:cNvPr id="65" name="Shape 62"/>
          <p:cNvSpPr/>
          <p:nvPr/>
        </p:nvSpPr>
        <p:spPr>
          <a:xfrm>
            <a:off x="0" y="10229850"/>
            <a:ext cx="8801100" cy="323850"/>
          </a:xfrm>
          <a:prstGeom prst="rect">
            <a:avLst/>
          </a:prstGeom>
          <a:solidFill>
            <a:srgbClr val="0A0C11">
              <a:alpha val="86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0" y="10229850"/>
            <a:ext cx="8801100" cy="9525"/>
          </a:xfrm>
          <a:prstGeom prst="rect">
            <a:avLst/>
          </a:prstGeom>
          <a:solidFill>
            <a:srgbClr val="313A48"/>
          </a:solidFill>
          <a:ln/>
        </p:spPr>
      </p:sp>
      <p:sp>
        <p:nvSpPr>
          <p:cNvPr id="67" name="Shape 64"/>
          <p:cNvSpPr/>
          <p:nvPr/>
        </p:nvSpPr>
        <p:spPr>
          <a:xfrm>
            <a:off x="171450" y="10363200"/>
            <a:ext cx="66675" cy="66675"/>
          </a:xfrm>
          <a:prstGeom prst="ellipse">
            <a:avLst/>
          </a:prstGeom>
          <a:solidFill>
            <a:srgbClr val="4FD06A"/>
          </a:solidFill>
          <a:ln/>
        </p:spPr>
      </p:sp>
      <p:sp>
        <p:nvSpPr>
          <p:cNvPr id="68" name="Text 65"/>
          <p:cNvSpPr/>
          <p:nvPr/>
        </p:nvSpPr>
        <p:spPr>
          <a:xfrm>
            <a:off x="304800" y="10323909"/>
            <a:ext cx="9963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A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online</a:t>
            </a:r>
            <a:endParaRPr lang="en-US" sz="863" dirty="0"/>
          </a:p>
        </p:txBody>
      </p:sp>
      <p:sp>
        <p:nvSpPr>
          <p:cNvPr id="69" name="Text 66"/>
          <p:cNvSpPr/>
          <p:nvPr/>
        </p:nvSpPr>
        <p:spPr>
          <a:xfrm>
            <a:off x="1396380" y="10314384"/>
            <a:ext cx="73342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36/36</a:t>
            </a:r>
            <a:endParaRPr lang="en-US" sz="863" dirty="0"/>
          </a:p>
        </p:txBody>
      </p:sp>
      <p:sp>
        <p:nvSpPr>
          <p:cNvPr id="70" name="Text 67"/>
          <p:cNvSpPr/>
          <p:nvPr/>
        </p:nvSpPr>
        <p:spPr>
          <a:xfrm>
            <a:off x="8063582" y="10314384"/>
            <a:ext cx="33910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6A73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863" dirty="0"/>
          </a:p>
        </p:txBody>
      </p:sp>
      <p:sp>
        <p:nvSpPr>
          <p:cNvPr id="71" name="Text 68"/>
          <p:cNvSpPr/>
          <p:nvPr/>
        </p:nvSpPr>
        <p:spPr>
          <a:xfrm>
            <a:off x="8497937" y="10314384"/>
            <a:ext cx="20791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AAB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⌘K</a:t>
            </a:r>
            <a:endParaRPr lang="en-US" sz="8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2026-06-23T18:29:06Z</dcterms:created>
  <dcterms:modified xsi:type="dcterms:W3CDTF">2026-06-23T18:29:06Z</dcterms:modified>
</cp:coreProperties>
</file>